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softly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bass clear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音乐: sparse drums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Chorus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Bring in the lead 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